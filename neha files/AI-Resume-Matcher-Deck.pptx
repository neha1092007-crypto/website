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0333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Matcher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9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your resume with the right job in seconds.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Matcher  |  Resume Builder  |  ATS Score Checker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Prototype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 apply blind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5F7FB"/>
          </a:solidFill>
          <a:ln/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508760"/>
            <a:ext cx="640080" cy="640080"/>
          </a:xfrm>
          <a:prstGeom prst="ellipse">
            <a:avLst/>
          </a:prstGeom>
          <a:solidFill>
            <a:srgbClr val="2447D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66420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feedback on fit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697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tell how closely your resume matches a specific role.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46120" y="128016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5F7FB"/>
          </a:solidFill>
          <a:ln/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74720" y="1508760"/>
            <a:ext cx="640080" cy="640080"/>
          </a:xfrm>
          <a:prstGeom prst="ellipse">
            <a:avLst/>
          </a:prstGeom>
          <a:solidFill>
            <a:srgbClr val="2447D6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168" y="166420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7472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you never see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697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Resumes can be screened by software before a person reads them.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035040" y="128016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5F7FB"/>
          </a:solidFill>
          <a:ln/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63640" y="1508760"/>
            <a:ext cx="640080" cy="640080"/>
          </a:xfrm>
          <a:prstGeom prst="ellipse">
            <a:avLst/>
          </a:prstGeom>
          <a:solidFill>
            <a:srgbClr val="2447D6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166420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6364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resume for every job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2697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generic resume misses the keywords each job description asks for.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4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show the gap, and how to close it, in seconds.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Matcher — Hackathon Prototype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toolkit, three tools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16224F"/>
          </a:solidFill>
          <a:ln w="12700">
            <a:solidFill>
              <a:srgbClr val="2B3B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554480"/>
            <a:ext cx="731520" cy="7315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719072"/>
            <a:ext cx="402336" cy="4023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514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Matcher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9718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your fit against a job description across skills, keywords, experience and education.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46120" y="128016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16224F"/>
          </a:solidFill>
          <a:ln w="12700">
            <a:solidFill>
              <a:srgbClr val="2B3B7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74720" y="1554480"/>
            <a:ext cx="731520" cy="7315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12" y="171907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74720" y="2514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Builder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9718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ATS-friendly resume with a live preview and three clean templates.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035040" y="128016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16224F"/>
          </a:solidFill>
          <a:ln w="12700">
            <a:solidFill>
              <a:srgbClr val="2B3B7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63640" y="1554480"/>
            <a:ext cx="731520" cy="7315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171907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63640" y="2514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Score Checker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29718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checks from 0 to 100, with a clear fix for every issue found.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Matcher — Hackathon Prototype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match at a glance</a:t>
            </a:r>
            <a:endParaRPr lang="en-US" sz="3000" dirty="0"/>
          </a:p>
        </p:txBody>
      </p:sp>
      <p:pic>
        <p:nvPicPr>
          <p:cNvPr id="3" name="Image 0" descr="d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8229600" cy="2460967"/>
          </a:xfrm>
          <a:prstGeom prst="rect">
            <a:avLst/>
          </a:prstGeom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457200" y="374904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5F7FB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38130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4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1330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match: Data Science student applying to Junior Data Analyst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46120" y="374904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5F7F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429000" y="38130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4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found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429000" y="41330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Tableau, Power BI, A/B testing, Looker, Google Analytics and more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35040" y="374904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5F7F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217920" y="38130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4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seconds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41330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pasted text to a full report, with no sign-up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Matcher — Hackathon Prototype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exactly what's missing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73736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and missing skills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pulled from the job description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view: green = matched, red = missing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your resume doesn't address yet</a:t>
            </a:r>
            <a:endParaRPr lang="en-US" sz="1500" dirty="0"/>
          </a:p>
        </p:txBody>
      </p:sp>
      <p:pic>
        <p:nvPicPr>
          <p:cNvPr id="4" name="Image 0" descr="skil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548640"/>
            <a:ext cx="4297680" cy="1661219"/>
          </a:xfrm>
          <a:prstGeom prst="rect">
            <a:avLst/>
          </a:prstGeom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pic>
      <p:pic>
        <p:nvPicPr>
          <p:cNvPr id="5" name="Image 1" descr="cm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2392739"/>
            <a:ext cx="4297680" cy="2074457"/>
          </a:xfrm>
          <a:prstGeom prst="rect">
            <a:avLst/>
          </a:prstGeom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Matcher — Hackathon Prototype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score and resume builder</a:t>
            </a:r>
            <a:endParaRPr lang="en-US" sz="3000" dirty="0"/>
          </a:p>
        </p:txBody>
      </p:sp>
      <p:pic>
        <p:nvPicPr>
          <p:cNvPr id="3" name="Image 0" descr="a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4023360" cy="2247666"/>
          </a:xfrm>
          <a:prstGeom prst="rect">
            <a:avLst/>
          </a:prstGeom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457200" y="354611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Check tab: every failed check comes with a fix.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754880" y="118872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02920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4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ResumeForge builder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029200" y="187452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for every resume section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preview, 3 ATS-friendly templates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updates as you type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job description to check keywords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Demo, Import text, Download PDF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Matcher — Hackathon Prototype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works, and how we keep it honest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463040" cy="960120"/>
          </a:xfrm>
          <a:prstGeom prst="roundRect">
            <a:avLst>
              <a:gd name="adj" fmla="val 9524"/>
            </a:avLst>
          </a:prstGeom>
          <a:solidFill>
            <a:srgbClr val="16224F"/>
          </a:solidFill>
          <a:ln w="12700">
            <a:solidFill>
              <a:srgbClr val="2B3B7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25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169164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DOCX or text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4173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139696" y="1234440"/>
            <a:ext cx="1463040" cy="960120"/>
          </a:xfrm>
          <a:prstGeom prst="roundRect">
            <a:avLst>
              <a:gd name="adj" fmla="val 9524"/>
            </a:avLst>
          </a:prstGeom>
          <a:solidFill>
            <a:srgbClr val="16224F"/>
          </a:solidFill>
          <a:ln w="12700">
            <a:solidFill>
              <a:srgbClr val="2B3B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39696" y="1325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212848" y="169164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years, education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602736" y="14173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822192" y="1234440"/>
            <a:ext cx="1463040" cy="960120"/>
          </a:xfrm>
          <a:prstGeom prst="roundRect">
            <a:avLst>
              <a:gd name="adj" fmla="val 9524"/>
            </a:avLst>
          </a:prstGeom>
          <a:solidFill>
            <a:srgbClr val="16224F"/>
          </a:solidFill>
          <a:ln w="12700">
            <a:solidFill>
              <a:srgbClr val="2B3B7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22192" y="1325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895344" y="169164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the job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285232" y="14173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504688" y="1234440"/>
            <a:ext cx="1463040" cy="960120"/>
          </a:xfrm>
          <a:prstGeom prst="roundRect">
            <a:avLst>
              <a:gd name="adj" fmla="val 9524"/>
            </a:avLst>
          </a:prstGeom>
          <a:solidFill>
            <a:srgbClr val="14B8A6"/>
          </a:solidFill>
          <a:ln w="12700">
            <a:solidFill>
              <a:srgbClr val="2B3B7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04688" y="1325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577840" y="169164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0-100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967728" y="14173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187184" y="1234440"/>
            <a:ext cx="1463040" cy="960120"/>
          </a:xfrm>
          <a:prstGeom prst="roundRect">
            <a:avLst>
              <a:gd name="adj" fmla="val 9524"/>
            </a:avLst>
          </a:prstGeom>
          <a:solidFill>
            <a:srgbClr val="16224F"/>
          </a:solidFill>
          <a:ln w="12700">
            <a:solidFill>
              <a:srgbClr val="2B3B7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87184" y="1325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260336" y="169164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next steps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2606040"/>
            <a:ext cx="4023360" cy="1920240"/>
          </a:xfrm>
          <a:prstGeom prst="roundRect">
            <a:avLst>
              <a:gd name="adj" fmla="val 5714"/>
            </a:avLst>
          </a:prstGeom>
          <a:solidFill>
            <a:srgbClr val="16224F"/>
          </a:solidFill>
          <a:ln w="12700">
            <a:solidFill>
              <a:srgbClr val="2B3B7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2743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by design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32004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invents skills or experience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stay on the server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Resumes are not stored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63440" y="2606040"/>
            <a:ext cx="4023360" cy="1920240"/>
          </a:xfrm>
          <a:prstGeom prst="roundRect">
            <a:avLst>
              <a:gd name="adj" fmla="val 5714"/>
            </a:avLst>
          </a:prstGeom>
          <a:solidFill>
            <a:srgbClr val="16224F"/>
          </a:solidFill>
          <a:ln w="12700">
            <a:solidFill>
              <a:srgbClr val="2B3B7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937760" y="2743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4937760" y="32004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 scoring with Claude API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for scanned PDFs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roles and skill libraries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Matcher — Hackathon Prototype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394</Words>
  <Application>Microsoft Office PowerPoint</Application>
  <PresentationFormat>On-screen Show (16:9)</PresentationFormat>
  <Paragraphs>76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Resume Matcher - Hackathon Deck</dc:title>
  <dc:subject>PptxGenJS Presentation</dc:subject>
  <dc:creator>PptxGenJS</dc:creator>
  <cp:lastModifiedBy>neha muskan</cp:lastModifiedBy>
  <cp:revision>1</cp:revision>
  <dcterms:created xsi:type="dcterms:W3CDTF">2026-10-01T10:56:17Z</dcterms:created>
  <dcterms:modified xsi:type="dcterms:W3CDTF">2026-10-01T13:05:10Z</dcterms:modified>
</cp:coreProperties>
</file>